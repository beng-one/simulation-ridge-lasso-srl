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0261"/>
    <a:srgbClr val="FFFFFF"/>
    <a:srgbClr val="FBBA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54" y="-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7A845F-70B5-36DC-2013-02007067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CA08074-DD6E-A37D-2D5D-E1665A3B9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8296-AF62-4142-9F4E-B75A3F27754E}" type="datetimeFigureOut">
              <a:rPr lang="fr-FR" smtClean="0"/>
              <a:t>03/04/2026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27D894-FC66-1814-7CEB-313F4E9A7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33CB75-EFFD-DCD9-9977-E7005F5C8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05356-B76E-4AF0-8B6A-968466A104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970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EB001B6-7986-5971-5947-B39E41DC0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762FFC-4175-8772-C832-8F5DE05C9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C6BCDD-B13C-396F-6B92-4FF82BF035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F8296-AF62-4142-9F4E-B75A3F27754E}" type="datetimeFigureOut">
              <a:rPr lang="fr-FR" smtClean="0"/>
              <a:t>03/04/2026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38295F-B51D-7C14-8E17-1D9C46C54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5B1A7B-F974-677C-6D12-D2B9CA712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05356-B76E-4AF0-8B6A-968466A104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9081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B90F873C-55C9-5702-F7DB-D0A27F1C3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FF8EB9A-FF25-4BDA-CBF4-06D9E1C922C4}"/>
              </a:ext>
            </a:extLst>
          </p:cNvPr>
          <p:cNvPicPr/>
          <p:nvPr/>
        </p:nvPicPr>
        <p:blipFill>
          <a:blip r:embed="rId2"/>
          <a:srcRect l="22853" t="6878" r="30082" b="20328"/>
          <a:stretch>
            <a:fillRect/>
          </a:stretch>
        </p:blipFill>
        <p:spPr>
          <a:xfrm>
            <a:off x="3648173" y="1101157"/>
            <a:ext cx="4185501" cy="364817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00FDE20-3D28-4FA8-5ADA-D0C446FCD5D4}"/>
              </a:ext>
            </a:extLst>
          </p:cNvPr>
          <p:cNvSpPr txBox="1"/>
          <p:nvPr/>
        </p:nvSpPr>
        <p:spPr>
          <a:xfrm>
            <a:off x="4524867" y="4655064"/>
            <a:ext cx="26531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n w="3175">
                  <a:solidFill>
                    <a:srgbClr val="3D0261"/>
                  </a:solidFill>
                </a:ln>
                <a:solidFill>
                  <a:srgbClr val="3D0261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FRENEZIK</a:t>
            </a:r>
          </a:p>
        </p:txBody>
      </p:sp>
    </p:spTree>
    <p:extLst>
      <p:ext uri="{BB962C8B-B14F-4D97-AF65-F5344CB8AC3E}">
        <p14:creationId xmlns:p14="http://schemas.microsoft.com/office/powerpoint/2010/main" val="282408583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Yu Gothic UI</vt:lpstr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BENGONE AKOU Lajoie</dc:creator>
  <cp:lastModifiedBy>BENGONE AKOU Lajoie</cp:lastModifiedBy>
  <cp:revision>3</cp:revision>
  <dcterms:created xsi:type="dcterms:W3CDTF">2026-04-02T14:18:59Z</dcterms:created>
  <dcterms:modified xsi:type="dcterms:W3CDTF">2026-04-02T22:36:25Z</dcterms:modified>
</cp:coreProperties>
</file>